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9" r:id="rId8"/>
    <p:sldId id="261" r:id="rId9"/>
    <p:sldId id="263" r:id="rId10"/>
    <p:sldId id="270" r:id="rId11"/>
    <p:sldId id="264" r:id="rId12"/>
    <p:sldId id="265" r:id="rId13"/>
    <p:sldId id="271" r:id="rId14"/>
    <p:sldId id="272" r:id="rId15"/>
    <p:sldId id="273" r:id="rId16"/>
    <p:sldId id="266" r:id="rId17"/>
    <p:sldId id="267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ta Deshmukh" userId="ceb5730a94d46186" providerId="LiveId" clId="{9E121BE7-BD8A-4618-8697-8C5FC924E917}"/>
    <pc:docChg chg="undo custSel addSld delSld modSld sldOrd">
      <pc:chgData name="Vinita Deshmukh" userId="ceb5730a94d46186" providerId="LiveId" clId="{9E121BE7-BD8A-4618-8697-8C5FC924E917}" dt="2026-03-13T08:35:44.382" v="1878" actId="14100"/>
      <pc:docMkLst>
        <pc:docMk/>
      </pc:docMkLst>
      <pc:sldChg chg="addSp delSp modSp mod">
        <pc:chgData name="Vinita Deshmukh" userId="ceb5730a94d46186" providerId="LiveId" clId="{9E121BE7-BD8A-4618-8697-8C5FC924E917}" dt="2026-03-12T21:16:18.444" v="1572" actId="115"/>
        <pc:sldMkLst>
          <pc:docMk/>
          <pc:sldMk cId="0" sldId="256"/>
        </pc:sldMkLst>
        <pc:spChg chg="del mod">
          <ac:chgData name="Vinita Deshmukh" userId="ceb5730a94d46186" providerId="LiveId" clId="{9E121BE7-BD8A-4618-8697-8C5FC924E917}" dt="2026-03-12T18:33:51.743" v="151" actId="478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Vinita Deshmukh" userId="ceb5730a94d46186" providerId="LiveId" clId="{9E121BE7-BD8A-4618-8697-8C5FC924E917}" dt="2026-03-12T21:16:18.444" v="1572" actId="115"/>
          <ac:spMkLst>
            <pc:docMk/>
            <pc:sldMk cId="0" sldId="256"/>
            <ac:spMk id="2" creationId="{303E2EB1-6F49-8849-3F07-5E3933EE7265}"/>
          </ac:spMkLst>
        </pc:spChg>
        <pc:spChg chg="mod">
          <ac:chgData name="Vinita Deshmukh" userId="ceb5730a94d46186" providerId="LiveId" clId="{9E121BE7-BD8A-4618-8697-8C5FC924E917}" dt="2026-03-12T21:09:10.491" v="1511" actId="6549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Vinita Deshmukh" userId="ceb5730a94d46186" providerId="LiveId" clId="{9E121BE7-BD8A-4618-8697-8C5FC924E917}" dt="2026-03-12T18:33:54.509" v="152" actId="478"/>
          <ac:spMkLst>
            <pc:docMk/>
            <pc:sldMk cId="0" sldId="256"/>
            <ac:spMk id="5" creationId="{51DE3091-1A0A-6E79-EBE0-6B1C0B10369A}"/>
          </ac:spMkLst>
        </pc:spChg>
      </pc:sldChg>
      <pc:sldChg chg="modSp mod">
        <pc:chgData name="Vinita Deshmukh" userId="ceb5730a94d46186" providerId="LiveId" clId="{9E121BE7-BD8A-4618-8697-8C5FC924E917}" dt="2026-03-12T21:12:26.430" v="1538"/>
        <pc:sldMkLst>
          <pc:docMk/>
          <pc:sldMk cId="0" sldId="257"/>
        </pc:sldMkLst>
        <pc:spChg chg="mod">
          <ac:chgData name="Vinita Deshmukh" userId="ceb5730a94d46186" providerId="LiveId" clId="{9E121BE7-BD8A-4618-8697-8C5FC924E917}" dt="2026-03-12T21:09:20.401" v="151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2:26.430" v="1538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12:39.751" v="1550" actId="1076"/>
        <pc:sldMkLst>
          <pc:docMk/>
          <pc:sldMk cId="0" sldId="258"/>
        </pc:sldMkLst>
        <pc:spChg chg="mod">
          <ac:chgData name="Vinita Deshmukh" userId="ceb5730a94d46186" providerId="LiveId" clId="{9E121BE7-BD8A-4618-8697-8C5FC924E917}" dt="2026-03-12T21:12:26.564" v="153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2:39.751" v="1550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23:43.161" v="1608" actId="20577"/>
        <pc:sldMkLst>
          <pc:docMk/>
          <pc:sldMk cId="0" sldId="259"/>
        </pc:sldMkLst>
        <pc:spChg chg="mod">
          <ac:chgData name="Vinita Deshmukh" userId="ceb5730a94d46186" providerId="LiveId" clId="{9E121BE7-BD8A-4618-8697-8C5FC924E917}" dt="2026-03-12T21:23:43.161" v="160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2:45.504" v="1552" actId="10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12:26.668" v="1542" actId="27636"/>
        <pc:sldMkLst>
          <pc:docMk/>
          <pc:sldMk cId="0" sldId="260"/>
        </pc:sldMkLst>
        <pc:spChg chg="mod">
          <ac:chgData name="Vinita Deshmukh" userId="ceb5730a94d46186" providerId="LiveId" clId="{9E121BE7-BD8A-4618-8697-8C5FC924E917}" dt="2026-03-12T21:12:26.430" v="1538"/>
          <ac:spMkLst>
            <pc:docMk/>
            <pc:sldMk cId="0" sldId="260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2:26.668" v="1542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24:01.336" v="1610" actId="20577"/>
        <pc:sldMkLst>
          <pc:docMk/>
          <pc:sldMk cId="0" sldId="261"/>
        </pc:sldMkLst>
        <pc:spChg chg="mod">
          <ac:chgData name="Vinita Deshmukh" userId="ceb5730a94d46186" providerId="LiveId" clId="{9E121BE7-BD8A-4618-8697-8C5FC924E917}" dt="2026-03-12T21:24:01.336" v="1610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4:29.245" v="156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del mod">
        <pc:chgData name="Vinita Deshmukh" userId="ceb5730a94d46186" providerId="LiveId" clId="{9E121BE7-BD8A-4618-8697-8C5FC924E917}" dt="2026-03-12T21:25:23.852" v="1630" actId="2696"/>
        <pc:sldMkLst>
          <pc:docMk/>
          <pc:sldMk cId="0" sldId="262"/>
        </pc:sldMkLst>
        <pc:spChg chg="mod">
          <ac:chgData name="Vinita Deshmukh" userId="ceb5730a94d46186" providerId="LiveId" clId="{9E121BE7-BD8A-4618-8697-8C5FC924E917}" dt="2026-03-12T21:12:26.430" v="1538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19:14:35.393" v="834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25:40.831" v="1631" actId="6549"/>
        <pc:sldMkLst>
          <pc:docMk/>
          <pc:sldMk cId="0" sldId="263"/>
        </pc:sldMkLst>
        <pc:spChg chg="mod">
          <ac:chgData name="Vinita Deshmukh" userId="ceb5730a94d46186" providerId="LiveId" clId="{9E121BE7-BD8A-4618-8697-8C5FC924E917}" dt="2026-03-12T21:12:26.700" v="1545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25:40.831" v="1631" actId="654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26:02.072" v="1633" actId="6549"/>
        <pc:sldMkLst>
          <pc:docMk/>
          <pc:sldMk cId="0" sldId="264"/>
        </pc:sldMkLst>
        <pc:spChg chg="mod">
          <ac:chgData name="Vinita Deshmukh" userId="ceb5730a94d46186" providerId="LiveId" clId="{9E121BE7-BD8A-4618-8697-8C5FC924E917}" dt="2026-03-12T21:26:02.072" v="1633" actId="6549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12:26.430" v="1538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12:26.726" v="1548" actId="27636"/>
        <pc:sldMkLst>
          <pc:docMk/>
          <pc:sldMk cId="0" sldId="265"/>
        </pc:sldMkLst>
        <pc:spChg chg="mod">
          <ac:chgData name="Vinita Deshmukh" userId="ceb5730a94d46186" providerId="LiveId" clId="{9E121BE7-BD8A-4618-8697-8C5FC924E917}" dt="2026-03-12T21:12:26.726" v="1548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19:36:30.114" v="1311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2T21:28:02.833" v="1667" actId="20577"/>
        <pc:sldMkLst>
          <pc:docMk/>
          <pc:sldMk cId="0" sldId="266"/>
        </pc:sldMkLst>
        <pc:spChg chg="mod">
          <ac:chgData name="Vinita Deshmukh" userId="ceb5730a94d46186" providerId="LiveId" clId="{9E121BE7-BD8A-4618-8697-8C5FC924E917}" dt="2026-03-12T21:12:26.738" v="1549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2T21:28:02.833" v="1667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Vinita Deshmukh" userId="ceb5730a94d46186" providerId="LiveId" clId="{9E121BE7-BD8A-4618-8697-8C5FC924E917}" dt="2026-03-13T08:35:44.382" v="1878" actId="14100"/>
        <pc:sldMkLst>
          <pc:docMk/>
          <pc:sldMk cId="0" sldId="267"/>
        </pc:sldMkLst>
        <pc:spChg chg="mod">
          <ac:chgData name="Vinita Deshmukh" userId="ceb5730a94d46186" providerId="LiveId" clId="{9E121BE7-BD8A-4618-8697-8C5FC924E917}" dt="2026-03-12T21:12:26.430" v="1538"/>
          <ac:spMkLst>
            <pc:docMk/>
            <pc:sldMk cId="0" sldId="267"/>
            <ac:spMk id="2" creationId="{00000000-0000-0000-0000-000000000000}"/>
          </ac:spMkLst>
        </pc:spChg>
        <pc:spChg chg="mod">
          <ac:chgData name="Vinita Deshmukh" userId="ceb5730a94d46186" providerId="LiveId" clId="{9E121BE7-BD8A-4618-8697-8C5FC924E917}" dt="2026-03-13T08:35:44.382" v="1878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 new mod ord">
        <pc:chgData name="Vinita Deshmukh" userId="ceb5730a94d46186" providerId="LiveId" clId="{9E121BE7-BD8A-4618-8697-8C5FC924E917}" dt="2026-03-12T21:15:04.505" v="1570" actId="27636"/>
        <pc:sldMkLst>
          <pc:docMk/>
          <pc:sldMk cId="3551720664" sldId="268"/>
        </pc:sldMkLst>
        <pc:spChg chg="mod">
          <ac:chgData name="Vinita Deshmukh" userId="ceb5730a94d46186" providerId="LiveId" clId="{9E121BE7-BD8A-4618-8697-8C5FC924E917}" dt="2026-03-12T18:34:03.606" v="160" actId="20577"/>
          <ac:spMkLst>
            <pc:docMk/>
            <pc:sldMk cId="3551720664" sldId="268"/>
            <ac:spMk id="2" creationId="{034B8E4D-0674-6FC8-99F9-2788FAF154AF}"/>
          </ac:spMkLst>
        </pc:spChg>
        <pc:spChg chg="mod">
          <ac:chgData name="Vinita Deshmukh" userId="ceb5730a94d46186" providerId="LiveId" clId="{9E121BE7-BD8A-4618-8697-8C5FC924E917}" dt="2026-03-12T21:15:04.505" v="1570" actId="27636"/>
          <ac:spMkLst>
            <pc:docMk/>
            <pc:sldMk cId="3551720664" sldId="268"/>
            <ac:spMk id="3" creationId="{8FB7B42C-1924-92D2-6418-52884510F4B0}"/>
          </ac:spMkLst>
        </pc:spChg>
      </pc:sldChg>
      <pc:sldChg chg="addSp delSp modSp new mod">
        <pc:chgData name="Vinita Deshmukh" userId="ceb5730a94d46186" providerId="LiveId" clId="{9E121BE7-BD8A-4618-8697-8C5FC924E917}" dt="2026-03-12T21:12:58.810" v="1555" actId="14100"/>
        <pc:sldMkLst>
          <pc:docMk/>
          <pc:sldMk cId="1469891869" sldId="269"/>
        </pc:sldMkLst>
        <pc:spChg chg="mod">
          <ac:chgData name="Vinita Deshmukh" userId="ceb5730a94d46186" providerId="LiveId" clId="{9E121BE7-BD8A-4618-8697-8C5FC924E917}" dt="2026-03-12T21:12:26.677" v="1543" actId="27636"/>
          <ac:spMkLst>
            <pc:docMk/>
            <pc:sldMk cId="1469891869" sldId="269"/>
            <ac:spMk id="2" creationId="{769C26B3-E63B-B8DC-7422-D2DB1D8A6BB7}"/>
          </ac:spMkLst>
        </pc:spChg>
        <pc:spChg chg="del">
          <ac:chgData name="Vinita Deshmukh" userId="ceb5730a94d46186" providerId="LiveId" clId="{9E121BE7-BD8A-4618-8697-8C5FC924E917}" dt="2026-03-12T18:46:49.879" v="311" actId="22"/>
          <ac:spMkLst>
            <pc:docMk/>
            <pc:sldMk cId="1469891869" sldId="269"/>
            <ac:spMk id="3" creationId="{294A0CAA-6193-3273-09D4-70F43ED85F10}"/>
          </ac:spMkLst>
        </pc:spChg>
        <pc:picChg chg="add mod ord">
          <ac:chgData name="Vinita Deshmukh" userId="ceb5730a94d46186" providerId="LiveId" clId="{9E121BE7-BD8A-4618-8697-8C5FC924E917}" dt="2026-03-12T21:12:58.810" v="1555" actId="14100"/>
          <ac:picMkLst>
            <pc:docMk/>
            <pc:sldMk cId="1469891869" sldId="269"/>
            <ac:picMk id="5" creationId="{7CE559E8-DC2A-D4A2-6A17-0C0329FED185}"/>
          </ac:picMkLst>
        </pc:picChg>
      </pc:sldChg>
      <pc:sldChg chg="addSp delSp modSp new mod">
        <pc:chgData name="Vinita Deshmukh" userId="ceb5730a94d46186" providerId="LiveId" clId="{9E121BE7-BD8A-4618-8697-8C5FC924E917}" dt="2026-03-12T21:13:34.783" v="1562" actId="20577"/>
        <pc:sldMkLst>
          <pc:docMk/>
          <pc:sldMk cId="3228785460" sldId="270"/>
        </pc:sldMkLst>
        <pc:spChg chg="mod">
          <ac:chgData name="Vinita Deshmukh" userId="ceb5730a94d46186" providerId="LiveId" clId="{9E121BE7-BD8A-4618-8697-8C5FC924E917}" dt="2026-03-12T21:13:34.783" v="1562" actId="20577"/>
          <ac:spMkLst>
            <pc:docMk/>
            <pc:sldMk cId="3228785460" sldId="270"/>
            <ac:spMk id="2" creationId="{B560DD64-8955-0A99-3193-6B9B39129E66}"/>
          </ac:spMkLst>
        </pc:spChg>
        <pc:spChg chg="del">
          <ac:chgData name="Vinita Deshmukh" userId="ceb5730a94d46186" providerId="LiveId" clId="{9E121BE7-BD8A-4618-8697-8C5FC924E917}" dt="2026-03-12T19:22:43.901" v="1058" actId="22"/>
          <ac:spMkLst>
            <pc:docMk/>
            <pc:sldMk cId="3228785460" sldId="270"/>
            <ac:spMk id="3" creationId="{0571B455-843A-0FAF-5BAE-8298EC701A76}"/>
          </ac:spMkLst>
        </pc:spChg>
        <pc:picChg chg="add mod ord">
          <ac:chgData name="Vinita Deshmukh" userId="ceb5730a94d46186" providerId="LiveId" clId="{9E121BE7-BD8A-4618-8697-8C5FC924E917}" dt="2026-03-12T21:13:29.330" v="1560" actId="14100"/>
          <ac:picMkLst>
            <pc:docMk/>
            <pc:sldMk cId="3228785460" sldId="270"/>
            <ac:picMk id="5" creationId="{8B76BDF7-11A9-42A1-3642-B7DC9D7E7D09}"/>
          </ac:picMkLst>
        </pc:picChg>
      </pc:sldChg>
      <pc:sldChg chg="addSp delSp modSp new mod">
        <pc:chgData name="Vinita Deshmukh" userId="ceb5730a94d46186" providerId="LiveId" clId="{9E121BE7-BD8A-4618-8697-8C5FC924E917}" dt="2026-03-12T21:13:56.413" v="1566" actId="14100"/>
        <pc:sldMkLst>
          <pc:docMk/>
          <pc:sldMk cId="4062111990" sldId="271"/>
        </pc:sldMkLst>
        <pc:spChg chg="mod">
          <ac:chgData name="Vinita Deshmukh" userId="ceb5730a94d46186" providerId="LiveId" clId="{9E121BE7-BD8A-4618-8697-8C5FC924E917}" dt="2026-03-12T21:06:17.021" v="1502" actId="255"/>
          <ac:spMkLst>
            <pc:docMk/>
            <pc:sldMk cId="4062111990" sldId="271"/>
            <ac:spMk id="2" creationId="{6B22CF67-BE6F-0168-67CC-474A36BAD04C}"/>
          </ac:spMkLst>
        </pc:spChg>
        <pc:spChg chg="del">
          <ac:chgData name="Vinita Deshmukh" userId="ceb5730a94d46186" providerId="LiveId" clId="{9E121BE7-BD8A-4618-8697-8C5FC924E917}" dt="2026-03-12T19:38:12.585" v="1313" actId="22"/>
          <ac:spMkLst>
            <pc:docMk/>
            <pc:sldMk cId="4062111990" sldId="271"/>
            <ac:spMk id="3" creationId="{E0FB6FAB-F344-BCD5-BEAB-984115D9D329}"/>
          </ac:spMkLst>
        </pc:spChg>
        <pc:picChg chg="add mod ord">
          <ac:chgData name="Vinita Deshmukh" userId="ceb5730a94d46186" providerId="LiveId" clId="{9E121BE7-BD8A-4618-8697-8C5FC924E917}" dt="2026-03-12T21:13:56.413" v="1566" actId="14100"/>
          <ac:picMkLst>
            <pc:docMk/>
            <pc:sldMk cId="4062111990" sldId="271"/>
            <ac:picMk id="5" creationId="{D1696343-77AB-F02C-1958-9DE76EADE7D1}"/>
          </ac:picMkLst>
        </pc:picChg>
      </pc:sldChg>
      <pc:sldChg chg="modSp new mod">
        <pc:chgData name="Vinita Deshmukh" userId="ceb5730a94d46186" providerId="LiveId" clId="{9E121BE7-BD8A-4618-8697-8C5FC924E917}" dt="2026-03-13T08:25:40.645" v="1819" actId="12"/>
        <pc:sldMkLst>
          <pc:docMk/>
          <pc:sldMk cId="1682329554" sldId="272"/>
        </pc:sldMkLst>
        <pc:spChg chg="mod">
          <ac:chgData name="Vinita Deshmukh" userId="ceb5730a94d46186" providerId="LiveId" clId="{9E121BE7-BD8A-4618-8697-8C5FC924E917}" dt="2026-03-12T21:26:56.469" v="1649" actId="255"/>
          <ac:spMkLst>
            <pc:docMk/>
            <pc:sldMk cId="1682329554" sldId="272"/>
            <ac:spMk id="2" creationId="{AB5AC177-BE59-D3A7-6123-5D15738F1824}"/>
          </ac:spMkLst>
        </pc:spChg>
        <pc:spChg chg="mod">
          <ac:chgData name="Vinita Deshmukh" userId="ceb5730a94d46186" providerId="LiveId" clId="{9E121BE7-BD8A-4618-8697-8C5FC924E917}" dt="2026-03-13T08:25:40.645" v="1819" actId="12"/>
          <ac:spMkLst>
            <pc:docMk/>
            <pc:sldMk cId="1682329554" sldId="272"/>
            <ac:spMk id="3" creationId="{B8F62482-01DB-EB91-0454-7ECF10472F2B}"/>
          </ac:spMkLst>
        </pc:spChg>
      </pc:sldChg>
      <pc:sldChg chg="modSp new mod">
        <pc:chgData name="Vinita Deshmukh" userId="ceb5730a94d46186" providerId="LiveId" clId="{9E121BE7-BD8A-4618-8697-8C5FC924E917}" dt="2026-03-13T08:26:59.794" v="1838" actId="20577"/>
        <pc:sldMkLst>
          <pc:docMk/>
          <pc:sldMk cId="2704295469" sldId="273"/>
        </pc:sldMkLst>
        <pc:spChg chg="mod">
          <ac:chgData name="Vinita Deshmukh" userId="ceb5730a94d46186" providerId="LiveId" clId="{9E121BE7-BD8A-4618-8697-8C5FC924E917}" dt="2026-03-12T21:35:12.845" v="1698" actId="20577"/>
          <ac:spMkLst>
            <pc:docMk/>
            <pc:sldMk cId="2704295469" sldId="273"/>
            <ac:spMk id="2" creationId="{A334BB36-DE88-0AFA-BA84-02F63FAAB8DD}"/>
          </ac:spMkLst>
        </pc:spChg>
        <pc:spChg chg="mod">
          <ac:chgData name="Vinita Deshmukh" userId="ceb5730a94d46186" providerId="LiveId" clId="{9E121BE7-BD8A-4618-8697-8C5FC924E917}" dt="2026-03-13T08:26:59.794" v="1838" actId="20577"/>
          <ac:spMkLst>
            <pc:docMk/>
            <pc:sldMk cId="2704295469" sldId="273"/>
            <ac:spMk id="3" creationId="{3D4C8ED5-79D4-FD11-C654-6CDCCCC95123}"/>
          </ac:spMkLst>
        </pc:spChg>
      </pc:sldChg>
      <pc:sldChg chg="delSp modSp new mod">
        <pc:chgData name="Vinita Deshmukh" userId="ceb5730a94d46186" providerId="LiveId" clId="{9E121BE7-BD8A-4618-8697-8C5FC924E917}" dt="2026-03-12T21:52:34.436" v="1817" actId="2710"/>
        <pc:sldMkLst>
          <pc:docMk/>
          <pc:sldMk cId="285940504" sldId="274"/>
        </pc:sldMkLst>
        <pc:spChg chg="del">
          <ac:chgData name="Vinita Deshmukh" userId="ceb5730a94d46186" providerId="LiveId" clId="{9E121BE7-BD8A-4618-8697-8C5FC924E917}" dt="2026-03-12T21:50:10.052" v="1755" actId="478"/>
          <ac:spMkLst>
            <pc:docMk/>
            <pc:sldMk cId="285940504" sldId="274"/>
            <ac:spMk id="2" creationId="{F825C426-97EE-38AC-7F66-DDDD47197AAC}"/>
          </ac:spMkLst>
        </pc:spChg>
        <pc:spChg chg="mod">
          <ac:chgData name="Vinita Deshmukh" userId="ceb5730a94d46186" providerId="LiveId" clId="{9E121BE7-BD8A-4618-8697-8C5FC924E917}" dt="2026-03-12T21:52:34.436" v="1817" actId="2710"/>
          <ac:spMkLst>
            <pc:docMk/>
            <pc:sldMk cId="285940504" sldId="274"/>
            <ac:spMk id="3" creationId="{AEA758C5-8C6A-5717-190C-6041B813B869}"/>
          </ac:spMkLst>
        </pc:spChg>
      </pc:sldChg>
      <pc:sldChg chg="modSp new del mod">
        <pc:chgData name="Vinita Deshmukh" userId="ceb5730a94d46186" providerId="LiveId" clId="{9E121BE7-BD8A-4618-8697-8C5FC924E917}" dt="2026-03-13T08:31:30.728" v="1847" actId="2696"/>
        <pc:sldMkLst>
          <pc:docMk/>
          <pc:sldMk cId="4171019392" sldId="275"/>
        </pc:sldMkLst>
        <pc:spChg chg="mod">
          <ac:chgData name="Vinita Deshmukh" userId="ceb5730a94d46186" providerId="LiveId" clId="{9E121BE7-BD8A-4618-8697-8C5FC924E917}" dt="2026-03-13T08:30:40.335" v="1846"/>
          <ac:spMkLst>
            <pc:docMk/>
            <pc:sldMk cId="4171019392" sldId="275"/>
            <ac:spMk id="3" creationId="{097D5E7C-4F83-A0BE-465B-953AF17310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6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9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0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5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53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2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46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455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75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70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80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52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17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8E4D-0674-6FC8-99F9-2788FAF1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30597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  <a:t>HOSPITALITY ANALYTICS</a:t>
            </a:r>
            <a:b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  <a:t>PROJECT</a:t>
            </a:r>
            <a:endParaRPr lang="en-IN" b="1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7B42C-1924-92D2-6418-52884510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325" y="2466770"/>
            <a:ext cx="7675350" cy="240716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latin typeface="Bell MT" panose="02020503060305020303" pitchFamily="18" charset="0"/>
              </a:rPr>
              <a:t>Presented By Group-5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  <a:t>Yusuf Ali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  <a:t>Sumit Pondkule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Bell MT" panose="02020503060305020303" pitchFamily="18" charset="0"/>
              </a:rPr>
              <a:t>Rohit Hazare</a:t>
            </a:r>
          </a:p>
        </p:txBody>
      </p:sp>
    </p:spTree>
    <p:extLst>
      <p:ext uri="{BB962C8B-B14F-4D97-AF65-F5344CB8AC3E}">
        <p14:creationId xmlns:p14="http://schemas.microsoft.com/office/powerpoint/2010/main" val="355172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325" y="1664980"/>
            <a:ext cx="7675350" cy="352804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Tools Used: Excel, Power BI, Tableau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Purpose: Analyze hotel bookings, revenue</a:t>
            </a:r>
            <a:r>
              <a:rPr lang="en-US" dirty="0">
                <a:latin typeface="Bell MT" panose="02020503060305020303" pitchFamily="18" charset="0"/>
              </a:rPr>
              <a:t> trend</a:t>
            </a:r>
            <a:r>
              <a:rPr dirty="0">
                <a:latin typeface="Bell MT" panose="02020503060305020303" pitchFamily="18" charset="0"/>
              </a:rPr>
              <a:t>, and performance KPIs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Focus: Data cleaning, visualization, and business 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3E2EB1-6F49-8849-3F07-5E3933EE7265}"/>
              </a:ext>
            </a:extLst>
          </p:cNvPr>
          <p:cNvSpPr txBox="1"/>
          <p:nvPr/>
        </p:nvSpPr>
        <p:spPr>
          <a:xfrm>
            <a:off x="734325" y="779138"/>
            <a:ext cx="6312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Bell MT" panose="02020503060305020303" pitchFamily="18" charset="0"/>
              </a:rPr>
              <a:t>Project Overview: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96478"/>
            <a:ext cx="7886700" cy="1325563"/>
          </a:xfrm>
        </p:spPr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Project Objective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dirty="0">
                <a:latin typeface="Bell MT" panose="02020503060305020303" pitchFamily="18" charset="0"/>
              </a:rPr>
              <a:t>Analyze hospitality booking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Identify revenue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Track occupancy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Monitor booking status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Create interactive dashboards for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Dataset Overview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530658"/>
            <a:ext cx="7675350" cy="40589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Booking ID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Booking Date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Revenue Generated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Booking Status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Booking Platform</a:t>
            </a:r>
            <a:endParaRPr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Room Category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Country / City</a:t>
            </a:r>
            <a:endParaRPr dirty="0">
              <a:latin typeface="Bell MT" panose="02020503060305020303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Excel Module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705437"/>
            <a:ext cx="6843910" cy="394099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Import raw hospitality dataset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 Create relationships between tables</a:t>
            </a:r>
            <a:endParaRPr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 </a:t>
            </a:r>
            <a:r>
              <a:rPr dirty="0">
                <a:latin typeface="Bell MT" panose="02020503060305020303" pitchFamily="18" charset="0"/>
              </a:rPr>
              <a:t>Remove duplicates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 </a:t>
            </a:r>
            <a:r>
              <a:rPr dirty="0">
                <a:latin typeface="Bell MT" panose="02020503060305020303" pitchFamily="18" charset="0"/>
              </a:rPr>
              <a:t>Handle missing values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 </a:t>
            </a:r>
            <a:r>
              <a:rPr dirty="0">
                <a:latin typeface="Bell MT" panose="02020503060305020303" pitchFamily="18" charset="0"/>
              </a:rPr>
              <a:t>Format dates and numbers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Excel Analysis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687514"/>
            <a:ext cx="767535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Pivot tables for revenue</a:t>
            </a:r>
            <a:r>
              <a:rPr lang="en-US" dirty="0">
                <a:latin typeface="Bell MT" panose="02020503060305020303" pitchFamily="18" charset="0"/>
              </a:rPr>
              <a:t> &amp; booking</a:t>
            </a:r>
            <a:r>
              <a:rPr dirty="0">
                <a:latin typeface="Bell MT" panose="02020503060305020303" pitchFamily="18" charset="0"/>
              </a:rPr>
              <a:t>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Country wise revenue</a:t>
            </a:r>
            <a:endParaRPr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Most used payment methods for bookings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Booking status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Most used booking platform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Revenue trend by month</a:t>
            </a:r>
            <a:endParaRPr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Charts for quick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26B3-E63B-B8DC-7422-D2DB1D8A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3224"/>
            <a:ext cx="7886700" cy="71150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ell MT" panose="02020503060305020303" pitchFamily="18" charset="0"/>
              </a:rPr>
              <a:t>Excel Dashboard:</a:t>
            </a:r>
            <a:endParaRPr lang="en-IN" sz="4000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559E8-DC2A-D4A2-6A17-0C0329FED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188321"/>
            <a:ext cx="8028653" cy="528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9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000" b="1" dirty="0">
                <a:latin typeface="Bell MT" panose="02020503060305020303" pitchFamily="18" charset="0"/>
              </a:rPr>
              <a:t>Power BI Module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Import cleaned data from SQL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Create relationships between tables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Build measures using DAX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Example metrics: Total Revenue, Total</a:t>
            </a:r>
            <a:r>
              <a:rPr lang="en-US" dirty="0">
                <a:latin typeface="Bell MT" panose="02020503060305020303" pitchFamily="18" charset="0"/>
              </a:rPr>
              <a:t> Bookings, Cancellation Rate,</a:t>
            </a:r>
            <a:r>
              <a:rPr dirty="0">
                <a:latin typeface="Bell MT" panose="02020503060305020303" pitchFamily="18" charset="0"/>
              </a:rPr>
              <a:t> Occupancy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Power BI Dashboard Features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545406"/>
            <a:ext cx="7675350" cy="456042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KPI Cards</a:t>
            </a:r>
            <a:r>
              <a:rPr lang="en-US" dirty="0">
                <a:latin typeface="Bell MT" panose="02020503060305020303" pitchFamily="18" charset="0"/>
              </a:rPr>
              <a:t> (</a:t>
            </a:r>
            <a:r>
              <a:rPr lang="en-IN" dirty="0">
                <a:latin typeface="Bell MT" panose="02020503060305020303" pitchFamily="18" charset="0"/>
              </a:rPr>
              <a:t>Total Revenue, </a:t>
            </a:r>
            <a:r>
              <a:rPr lang="en-US" dirty="0">
                <a:latin typeface="Bell MT" panose="02020503060305020303" pitchFamily="18" charset="0"/>
              </a:rPr>
              <a:t>Total Bookings, Total Cancellation)</a:t>
            </a:r>
            <a:endParaRPr lang="en-IN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Booking Status</a:t>
            </a:r>
            <a:r>
              <a:rPr lang="en-US" dirty="0">
                <a:latin typeface="Bell MT" panose="02020503060305020303" pitchFamily="18" charset="0"/>
              </a:rPr>
              <a:t> Analysis</a:t>
            </a:r>
            <a:r>
              <a:rPr dirty="0">
                <a:latin typeface="Bell MT" panose="02020503060305020303" pitchFamily="18" charset="0"/>
              </a:rPr>
              <a:t> Chart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Total Revenue by Country and Month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Total Bookings by Month</a:t>
            </a:r>
            <a:endParaRPr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Slicers (</a:t>
            </a:r>
            <a:r>
              <a:rPr lang="en-US" dirty="0">
                <a:latin typeface="Bell MT" panose="02020503060305020303" pitchFamily="18" charset="0"/>
              </a:rPr>
              <a:t>Country, Booking Date, </a:t>
            </a:r>
            <a:r>
              <a:rPr dirty="0">
                <a:latin typeface="Bell MT" panose="02020503060305020303" pitchFamily="18" charset="0"/>
              </a:rPr>
              <a:t>Booking Status)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Drill-down </a:t>
            </a:r>
            <a:r>
              <a:rPr lang="en-US" dirty="0">
                <a:latin typeface="Bell MT" panose="02020503060305020303" pitchFamily="18" charset="0"/>
              </a:rPr>
              <a:t>method used in Total Bookings by Month chart   </a:t>
            </a: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DD64-8955-0A99-3193-6B9B3912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7373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ell MT" panose="02020503060305020303" pitchFamily="18" charset="0"/>
              </a:rPr>
              <a:t>Power BI Dashboard:</a:t>
            </a:r>
            <a:endParaRPr lang="en-IN" sz="4000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76BDF7-11A9-42A1-3642-B7DC9D7E7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60090"/>
            <a:ext cx="8058150" cy="49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8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000" b="1" dirty="0">
                <a:latin typeface="Bell MT" panose="02020503060305020303" pitchFamily="18" charset="0"/>
              </a:rPr>
              <a:t>Tableau Module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Connect dataset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Create calculated fields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Apply filters 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Build interactive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Tableau Charts Used</a:t>
            </a:r>
            <a:r>
              <a:rPr lang="en-US" sz="4000" b="1" dirty="0">
                <a:latin typeface="Bell MT" panose="02020503060305020303" pitchFamily="18" charset="0"/>
              </a:rPr>
              <a:t> 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315933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Total Revenue by Country tree-map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</a:t>
            </a:r>
            <a:r>
              <a:rPr dirty="0">
                <a:latin typeface="Bell MT" panose="02020503060305020303" pitchFamily="18" charset="0"/>
              </a:rPr>
              <a:t>Revenue </a:t>
            </a:r>
            <a:r>
              <a:rPr lang="en-US" dirty="0">
                <a:latin typeface="Bell MT" panose="02020503060305020303" pitchFamily="18" charset="0"/>
              </a:rPr>
              <a:t>T</a:t>
            </a:r>
            <a:r>
              <a:rPr dirty="0">
                <a:latin typeface="Bell MT" panose="02020503060305020303" pitchFamily="18" charset="0"/>
              </a:rPr>
              <a:t>rend line chart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Booking </a:t>
            </a:r>
            <a:r>
              <a:rPr lang="en-US" dirty="0">
                <a:latin typeface="Bell MT" panose="02020503060305020303" pitchFamily="18" charset="0"/>
              </a:rPr>
              <a:t>S</a:t>
            </a:r>
            <a:r>
              <a:rPr dirty="0">
                <a:latin typeface="Bell MT" panose="02020503060305020303" pitchFamily="18" charset="0"/>
              </a:rPr>
              <a:t>tatus </a:t>
            </a:r>
            <a:r>
              <a:rPr lang="en-US" dirty="0">
                <a:latin typeface="Bell MT" panose="02020503060305020303" pitchFamily="18" charset="0"/>
              </a:rPr>
              <a:t>pie</a:t>
            </a:r>
            <a:r>
              <a:rPr dirty="0">
                <a:latin typeface="Bell MT" panose="02020503060305020303" pitchFamily="18" charset="0"/>
              </a:rPr>
              <a:t> chart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Month wise Occupancy Rate column chart</a:t>
            </a: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F67-BE6F-0168-67CC-474A36BA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6222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ell MT" panose="02020503060305020303" pitchFamily="18" charset="0"/>
              </a:rPr>
              <a:t>Tableau Dashboard :</a:t>
            </a:r>
            <a:endParaRPr lang="en-IN" sz="4000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696343-77AB-F02C-1958-9DE76EADE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27355"/>
            <a:ext cx="7886700" cy="49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11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C177-BE59-D3A7-6123-5D15738F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ell MT" panose="02020503060305020303" pitchFamily="18" charset="0"/>
              </a:rPr>
              <a:t>SQL Module:</a:t>
            </a:r>
            <a:endParaRPr lang="en-IN" sz="40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62482-01DB-EB91-0454-7ECF10472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34395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</a:t>
            </a:r>
            <a:r>
              <a:rPr lang="en-IN" b="1" dirty="0">
                <a:latin typeface="Bell MT" panose="02020503060305020303" pitchFamily="18" charset="0"/>
              </a:rPr>
              <a:t>Data cleaning steps performed: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IN" sz="2000" dirty="0">
                <a:latin typeface="Bell MT" panose="02020503060305020303" pitchFamily="18" charset="0"/>
              </a:rPr>
              <a:t>Removed duplicate records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IN" sz="2000" dirty="0">
                <a:latin typeface="Bell MT" panose="02020503060305020303" pitchFamily="18" charset="0"/>
              </a:rPr>
              <a:t>Removed NULL values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Bell MT" panose="02020503060305020303" pitchFamily="18" charset="0"/>
              </a:rPr>
              <a:t>  Corrected data formats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329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BB36-DE88-0AFA-BA84-02F63FAA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Bell MT" panose="02020503060305020303" pitchFamily="18" charset="0"/>
              </a:rPr>
              <a:t>SQL Analysis Queries: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C8ED5-79D4-FD11-C654-6CDCCCC95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Total Revenue by  Country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Monthly Revenue Trend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Bell MT" panose="02020503060305020303" pitchFamily="18" charset="0"/>
              </a:rPr>
              <a:t> Booking Status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KPI Cards (Total Revenue, Total Bookings, Total Cancellation)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Bell MT" panose="0202050306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295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Hospitality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Bell MT" panose="02020503060305020303" pitchFamily="18" charset="0"/>
              </a:rPr>
              <a:t> Track revenue trend and overall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ell MT" panose="02020503060305020303" pitchFamily="18" charset="0"/>
              </a:rPr>
              <a:t> Understand hotel booking patterns</a:t>
            </a:r>
            <a:endParaRPr lang="en-US" b="1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Bell MT" panose="02020503060305020303" pitchFamily="18" charset="0"/>
              </a:rPr>
              <a:t>  </a:t>
            </a:r>
            <a:r>
              <a:rPr b="1" dirty="0">
                <a:latin typeface="Bell MT" panose="02020503060305020303" pitchFamily="18" charset="0"/>
              </a:rPr>
              <a:t>Identify peak booking months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Bell MT" panose="02020503060305020303" pitchFamily="18" charset="0"/>
              </a:rPr>
              <a:t>  </a:t>
            </a:r>
            <a:r>
              <a:rPr b="1" dirty="0">
                <a:latin typeface="Bell MT" panose="02020503060305020303" pitchFamily="18" charset="0"/>
              </a:rPr>
              <a:t>Analyze booking cancellations</a:t>
            </a:r>
            <a:endParaRPr lang="en-US" b="1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ell MT" panose="02020503060305020303" pitchFamily="18" charset="0"/>
              </a:rPr>
              <a:t>  Track important KPIs which helps to measure hotel performance.</a:t>
            </a:r>
            <a:endParaRPr b="1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Bell MT" panose="02020503060305020303" pitchFamily="18" charset="0"/>
              </a:rPr>
              <a:t>  Analyze total occupancy rate</a:t>
            </a:r>
            <a:endParaRPr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Bell MT" panose="02020503060305020303" pitchFamily="18" charset="0"/>
              </a:rPr>
              <a:t>Conclusion</a:t>
            </a:r>
            <a:r>
              <a:rPr lang="en-US" sz="4000" b="1" dirty="0">
                <a:latin typeface="Bell MT" panose="02020503060305020303" pitchFamily="18" charset="0"/>
              </a:rPr>
              <a:t>:</a:t>
            </a:r>
            <a:endParaRPr sz="40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641067"/>
            <a:ext cx="7675350" cy="458275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</a:rPr>
              <a:t>Successfully analyzed hotel booking data using Excel, SQL, Power BI, Tableau and SQL.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</a:rPr>
              <a:t>Performed data cleaning, transformation, and analysis to ensure accurate insights.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</a:rPr>
              <a:t>Identified key metrics such as Total Revenue, Occupancy Rate, Booking Trends, and Revenue Growth.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 Built interactive dashboards to visualize booking patterns and revenue performance.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Bell MT" panose="02020503060305020303" pitchFamily="18" charset="0"/>
              </a:rPr>
              <a:t> Together they help hospitality businesses make data-driven decisions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58C5-8C6A-5717-190C-6041B813B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407" y="2382887"/>
            <a:ext cx="5192091" cy="31035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dirty="0">
                <a:latin typeface="Engravers MT" panose="02090707080505020304" pitchFamily="18" charset="0"/>
              </a:rPr>
              <a:t>    THANK </a:t>
            </a:r>
            <a:br>
              <a:rPr lang="en-US" sz="4400" dirty="0">
                <a:latin typeface="Engravers MT" panose="02090707080505020304" pitchFamily="18" charset="0"/>
              </a:rPr>
            </a:br>
            <a:r>
              <a:rPr lang="en-US" sz="4400" dirty="0">
                <a:latin typeface="Engravers MT" panose="02090707080505020304" pitchFamily="18" charset="0"/>
              </a:rPr>
              <a:t>         YOU..!!</a:t>
            </a:r>
            <a:endParaRPr lang="en-IN" sz="4400" dirty="0"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4050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156</TotalTime>
  <Words>482</Words>
  <Application>Microsoft Office PowerPoint</Application>
  <PresentationFormat>On-screen Show (4:3)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Bell MT</vt:lpstr>
      <vt:lpstr>Corbel</vt:lpstr>
      <vt:lpstr>Engravers MT</vt:lpstr>
      <vt:lpstr>Wingdings</vt:lpstr>
      <vt:lpstr>Depth</vt:lpstr>
      <vt:lpstr>HOSPITALITY ANALYTICS PROJECT</vt:lpstr>
      <vt:lpstr>PowerPoint Presentation</vt:lpstr>
      <vt:lpstr>Project Objective:</vt:lpstr>
      <vt:lpstr>Dataset Overview:</vt:lpstr>
      <vt:lpstr>Excel Module:</vt:lpstr>
      <vt:lpstr>Excel Analysis:</vt:lpstr>
      <vt:lpstr>Excel Dashboard:</vt:lpstr>
      <vt:lpstr>Power BI Module:</vt:lpstr>
      <vt:lpstr>Power BI Dashboard Features:</vt:lpstr>
      <vt:lpstr>Power BI Dashboard:</vt:lpstr>
      <vt:lpstr>Tableau Module:</vt:lpstr>
      <vt:lpstr>Tableau Charts Used :</vt:lpstr>
      <vt:lpstr>Tableau Dashboard :</vt:lpstr>
      <vt:lpstr>SQL Module:</vt:lpstr>
      <vt:lpstr>SQL Analysis Queries:</vt:lpstr>
      <vt:lpstr>Hospitality Dashboard Insights</vt:lpstr>
      <vt:lpstr>Conclusion: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Vinita Deshmukh</cp:lastModifiedBy>
  <cp:revision>1</cp:revision>
  <dcterms:created xsi:type="dcterms:W3CDTF">2013-01-27T09:14:16Z</dcterms:created>
  <dcterms:modified xsi:type="dcterms:W3CDTF">2026-03-13T08:36:37Z</dcterms:modified>
  <cp:category/>
</cp:coreProperties>
</file>